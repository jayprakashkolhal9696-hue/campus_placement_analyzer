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67" r:id="rId10"/>
    <p:sldId id="270" r:id="rId11"/>
    <p:sldId id="264" r:id="rId12"/>
    <p:sldId id="265" r:id="rId13"/>
    <p:sldId id="266" r:id="rId14"/>
    <p:sldId id="271" r:id="rId15"/>
    <p:sldId id="272" r:id="rId16"/>
    <p:sldId id="273" r:id="rId17"/>
    <p:sldId id="274" r:id="rId18"/>
    <p:sldId id="280" r:id="rId19"/>
    <p:sldId id="279" r:id="rId20"/>
    <p:sldId id="276" r:id="rId21"/>
    <p:sldId id="281" r:id="rId22"/>
    <p:sldId id="278" r:id="rId23"/>
    <p:sldId id="282" r:id="rId24"/>
    <p:sldId id="283" r:id="rId25"/>
    <p:sldId id="284" r:id="rId26"/>
    <p:sldId id="285" r:id="rId27"/>
    <p:sldId id="286" r:id="rId28"/>
    <p:sldId id="287" r:id="rId29"/>
    <p:sldId id="289" r:id="rId30"/>
    <p:sldId id="288" r:id="rId31"/>
    <p:sldId id="290" r:id="rId32"/>
    <p:sldId id="291" r:id="rId33"/>
    <p:sldId id="292" r:id="rId34"/>
    <p:sldId id="29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22E6CA-1CF1-48A1-8831-6791A0A807EA}" v="802" dt="2026-02-15T12:05:29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90" autoAdjust="0"/>
    <p:restoredTop sz="94660"/>
  </p:normalViewPr>
  <p:slideViewPr>
    <p:cSldViewPr snapToGrid="0">
      <p:cViewPr>
        <p:scale>
          <a:sx n="75" d="100"/>
          <a:sy n="75" d="100"/>
        </p:scale>
        <p:origin x="-14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prakash Kolhal" userId="ccb16052f739a7a0" providerId="LiveId" clId="{92128F01-310E-4E9A-B431-18BD986F3685}"/>
    <pc:docChg chg="undo custSel addSld delSld modSld">
      <pc:chgData name="Jayprakash Kolhal" userId="ccb16052f739a7a0" providerId="LiveId" clId="{92128F01-310E-4E9A-B431-18BD986F3685}" dt="2026-03-04T05:07:43.519" v="2859" actId="1076"/>
      <pc:docMkLst>
        <pc:docMk/>
      </pc:docMkLst>
      <pc:sldChg chg="modSp mod">
        <pc:chgData name="Jayprakash Kolhal" userId="ccb16052f739a7a0" providerId="LiveId" clId="{92128F01-310E-4E9A-B431-18BD986F3685}" dt="2026-02-13T07:05:00.448" v="1705" actId="113"/>
        <pc:sldMkLst>
          <pc:docMk/>
          <pc:sldMk cId="519947976" sldId="257"/>
        </pc:sldMkLst>
        <pc:spChg chg="mod">
          <ac:chgData name="Jayprakash Kolhal" userId="ccb16052f739a7a0" providerId="LiveId" clId="{92128F01-310E-4E9A-B431-18BD986F3685}" dt="2026-02-13T07:05:00.448" v="1705" actId="113"/>
          <ac:spMkLst>
            <pc:docMk/>
            <pc:sldMk cId="519947976" sldId="257"/>
            <ac:spMk id="2" creationId="{5EF944AA-E2FB-2A33-B43E-03E5002C1C92}"/>
          </ac:spMkLst>
        </pc:spChg>
        <pc:spChg chg="mod">
          <ac:chgData name="Jayprakash Kolhal" userId="ccb16052f739a7a0" providerId="LiveId" clId="{92128F01-310E-4E9A-B431-18BD986F3685}" dt="2026-02-13T07:02:30.972" v="1699" actId="255"/>
          <ac:spMkLst>
            <pc:docMk/>
            <pc:sldMk cId="519947976" sldId="257"/>
            <ac:spMk id="3" creationId="{4B892AB5-C952-87F5-B504-FD2A03401BA9}"/>
          </ac:spMkLst>
        </pc:spChg>
      </pc:sldChg>
      <pc:sldChg chg="modSp mod">
        <pc:chgData name="Jayprakash Kolhal" userId="ccb16052f739a7a0" providerId="LiveId" clId="{92128F01-310E-4E9A-B431-18BD986F3685}" dt="2026-02-13T07:02:48.654" v="1702" actId="1076"/>
        <pc:sldMkLst>
          <pc:docMk/>
          <pc:sldMk cId="1944672229" sldId="258"/>
        </pc:sldMkLst>
        <pc:spChg chg="mod">
          <ac:chgData name="Jayprakash Kolhal" userId="ccb16052f739a7a0" providerId="LiveId" clId="{92128F01-310E-4E9A-B431-18BD986F3685}" dt="2026-02-13T07:02:48.654" v="1702" actId="1076"/>
          <ac:spMkLst>
            <pc:docMk/>
            <pc:sldMk cId="1944672229" sldId="258"/>
            <ac:spMk id="3" creationId="{D7D232EC-0448-B722-FD8D-5755328B955A}"/>
          </ac:spMkLst>
        </pc:spChg>
      </pc:sldChg>
      <pc:sldChg chg="modSp mod modAnim">
        <pc:chgData name="Jayprakash Kolhal" userId="ccb16052f739a7a0" providerId="LiveId" clId="{92128F01-310E-4E9A-B431-18BD986F3685}" dt="2026-02-13T07:03:02.433" v="1704" actId="113"/>
        <pc:sldMkLst>
          <pc:docMk/>
          <pc:sldMk cId="664478079" sldId="259"/>
        </pc:sldMkLst>
        <pc:spChg chg="mod">
          <ac:chgData name="Jayprakash Kolhal" userId="ccb16052f739a7a0" providerId="LiveId" clId="{92128F01-310E-4E9A-B431-18BD986F3685}" dt="2026-02-13T07:03:02.433" v="1704" actId="113"/>
          <ac:spMkLst>
            <pc:docMk/>
            <pc:sldMk cId="664478079" sldId="259"/>
            <ac:spMk id="2" creationId="{9039BC96-D71E-505A-46F1-0B4DE3CA6B57}"/>
          </ac:spMkLst>
        </pc:spChg>
        <pc:spChg chg="mod">
          <ac:chgData name="Jayprakash Kolhal" userId="ccb16052f739a7a0" providerId="LiveId" clId="{92128F01-310E-4E9A-B431-18BD986F3685}" dt="2026-02-13T06:53:58.561" v="1254" actId="113"/>
          <ac:spMkLst>
            <pc:docMk/>
            <pc:sldMk cId="664478079" sldId="259"/>
            <ac:spMk id="3" creationId="{E89664AE-749D-3E5E-A07B-E94C91A8B84E}"/>
          </ac:spMkLst>
        </pc:spChg>
      </pc:sldChg>
      <pc:sldChg chg="modSp mod modAnim">
        <pc:chgData name="Jayprakash Kolhal" userId="ccb16052f739a7a0" providerId="LiveId" clId="{92128F01-310E-4E9A-B431-18BD986F3685}" dt="2026-02-13T06:57:24.651" v="1481" actId="404"/>
        <pc:sldMkLst>
          <pc:docMk/>
          <pc:sldMk cId="2885121312" sldId="260"/>
        </pc:sldMkLst>
        <pc:spChg chg="mod">
          <ac:chgData name="Jayprakash Kolhal" userId="ccb16052f739a7a0" providerId="LiveId" clId="{92128F01-310E-4E9A-B431-18BD986F3685}" dt="2026-02-13T06:57:24.651" v="1481" actId="404"/>
          <ac:spMkLst>
            <pc:docMk/>
            <pc:sldMk cId="2885121312" sldId="260"/>
            <ac:spMk id="3" creationId="{C9C80730-45F4-EC9F-3B23-DBDB553FE6AA}"/>
          </ac:spMkLst>
        </pc:spChg>
      </pc:sldChg>
      <pc:sldChg chg="modSp mod modAnim">
        <pc:chgData name="Jayprakash Kolhal" userId="ccb16052f739a7a0" providerId="LiveId" clId="{92128F01-310E-4E9A-B431-18BD986F3685}" dt="2026-02-13T06:57:45.845" v="1487" actId="113"/>
        <pc:sldMkLst>
          <pc:docMk/>
          <pc:sldMk cId="2929953625" sldId="261"/>
        </pc:sldMkLst>
        <pc:spChg chg="mod">
          <ac:chgData name="Jayprakash Kolhal" userId="ccb16052f739a7a0" providerId="LiveId" clId="{92128F01-310E-4E9A-B431-18BD986F3685}" dt="2026-02-13T06:57:45.845" v="1487" actId="113"/>
          <ac:spMkLst>
            <pc:docMk/>
            <pc:sldMk cId="2929953625" sldId="261"/>
            <ac:spMk id="3" creationId="{4AAEC945-29C8-C13E-E7BE-E129AF80BDE6}"/>
          </ac:spMkLst>
        </pc:spChg>
      </pc:sldChg>
      <pc:sldChg chg="modSp modAnim">
        <pc:chgData name="Jayprakash Kolhal" userId="ccb16052f739a7a0" providerId="LiveId" clId="{92128F01-310E-4E9A-B431-18BD986F3685}" dt="2026-02-13T06:58:04.523" v="1493" actId="113"/>
        <pc:sldMkLst>
          <pc:docMk/>
          <pc:sldMk cId="1608810738" sldId="262"/>
        </pc:sldMkLst>
        <pc:spChg chg="mod">
          <ac:chgData name="Jayprakash Kolhal" userId="ccb16052f739a7a0" providerId="LiveId" clId="{92128F01-310E-4E9A-B431-18BD986F3685}" dt="2026-02-13T06:58:04.523" v="1493" actId="113"/>
          <ac:spMkLst>
            <pc:docMk/>
            <pc:sldMk cId="1608810738" sldId="262"/>
            <ac:spMk id="3" creationId="{D55D0DF5-7AF9-638C-AFAA-9291C28530A5}"/>
          </ac:spMkLst>
        </pc:spChg>
      </pc:sldChg>
      <pc:sldChg chg="addSp delSp modSp mod modAnim">
        <pc:chgData name="Jayprakash Kolhal" userId="ccb16052f739a7a0" providerId="LiveId" clId="{92128F01-310E-4E9A-B431-18BD986F3685}" dt="2026-02-13T07:01:23.805" v="1695" actId="1076"/>
        <pc:sldMkLst>
          <pc:docMk/>
          <pc:sldMk cId="2720144290" sldId="264"/>
        </pc:sldMkLst>
        <pc:spChg chg="mod">
          <ac:chgData name="Jayprakash Kolhal" userId="ccb16052f739a7a0" providerId="LiveId" clId="{92128F01-310E-4E9A-B431-18BD986F3685}" dt="2026-02-13T06:59:06.635" v="1566" actId="20577"/>
          <ac:spMkLst>
            <pc:docMk/>
            <pc:sldMk cId="2720144290" sldId="264"/>
            <ac:spMk id="2" creationId="{E6703371-8B0E-A0F7-E366-1DB99BC6954E}"/>
          </ac:spMkLst>
        </pc:spChg>
        <pc:picChg chg="add mod ord">
          <ac:chgData name="Jayprakash Kolhal" userId="ccb16052f739a7a0" providerId="LiveId" clId="{92128F01-310E-4E9A-B431-18BD986F3685}" dt="2026-02-13T07:01:23.805" v="1695" actId="1076"/>
          <ac:picMkLst>
            <pc:docMk/>
            <pc:sldMk cId="2720144290" sldId="264"/>
            <ac:picMk id="5" creationId="{43A7ED21-948A-C800-F700-E0ACFE246697}"/>
          </ac:picMkLst>
        </pc:picChg>
      </pc:sldChg>
      <pc:sldChg chg="addSp delSp modSp mod modAnim">
        <pc:chgData name="Jayprakash Kolhal" userId="ccb16052f739a7a0" providerId="LiveId" clId="{92128F01-310E-4E9A-B431-18BD986F3685}" dt="2026-02-13T06:59:33.446" v="1599" actId="1076"/>
        <pc:sldMkLst>
          <pc:docMk/>
          <pc:sldMk cId="1774516905" sldId="265"/>
        </pc:sldMkLst>
        <pc:spChg chg="mod">
          <ac:chgData name="Jayprakash Kolhal" userId="ccb16052f739a7a0" providerId="LiveId" clId="{92128F01-310E-4E9A-B431-18BD986F3685}" dt="2026-02-13T06:59:28.275" v="1598" actId="20577"/>
          <ac:spMkLst>
            <pc:docMk/>
            <pc:sldMk cId="1774516905" sldId="265"/>
            <ac:spMk id="2" creationId="{E119A1EE-0645-421A-18FD-38070F033594}"/>
          </ac:spMkLst>
        </pc:spChg>
        <pc:picChg chg="add mod">
          <ac:chgData name="Jayprakash Kolhal" userId="ccb16052f739a7a0" providerId="LiveId" clId="{92128F01-310E-4E9A-B431-18BD986F3685}" dt="2026-02-13T06:59:33.446" v="1599" actId="1076"/>
          <ac:picMkLst>
            <pc:docMk/>
            <pc:sldMk cId="1774516905" sldId="265"/>
            <ac:picMk id="7" creationId="{E601D728-A7B8-44F6-D3D5-A160FAC52E6C}"/>
          </ac:picMkLst>
        </pc:picChg>
      </pc:sldChg>
      <pc:sldChg chg="addSp delSp modSp mod modAnim">
        <pc:chgData name="Jayprakash Kolhal" userId="ccb16052f739a7a0" providerId="LiveId" clId="{92128F01-310E-4E9A-B431-18BD986F3685}" dt="2026-02-13T07:01:15.385" v="1694" actId="1076"/>
        <pc:sldMkLst>
          <pc:docMk/>
          <pc:sldMk cId="4243158773" sldId="266"/>
        </pc:sldMkLst>
        <pc:spChg chg="mod">
          <ac:chgData name="Jayprakash Kolhal" userId="ccb16052f739a7a0" providerId="LiveId" clId="{92128F01-310E-4E9A-B431-18BD986F3685}" dt="2026-02-13T06:59:59.532" v="1636" actId="20577"/>
          <ac:spMkLst>
            <pc:docMk/>
            <pc:sldMk cId="4243158773" sldId="266"/>
            <ac:spMk id="2" creationId="{DDAEBE02-24A4-4AE7-8D42-A48F9EEA8CB7}"/>
          </ac:spMkLst>
        </pc:spChg>
        <pc:picChg chg="add mod ord">
          <ac:chgData name="Jayprakash Kolhal" userId="ccb16052f739a7a0" providerId="LiveId" clId="{92128F01-310E-4E9A-B431-18BD986F3685}" dt="2026-02-13T07:01:15.385" v="1694" actId="1076"/>
          <ac:picMkLst>
            <pc:docMk/>
            <pc:sldMk cId="4243158773" sldId="266"/>
            <ac:picMk id="5" creationId="{497231AF-B260-007F-D073-655722A68540}"/>
          </ac:picMkLst>
        </pc:picChg>
      </pc:sldChg>
      <pc:sldChg chg="modSp mod modAnim">
        <pc:chgData name="Jayprakash Kolhal" userId="ccb16052f739a7a0" providerId="LiveId" clId="{92128F01-310E-4E9A-B431-18BD986F3685}" dt="2026-02-13T06:47:45.965" v="1227"/>
        <pc:sldMkLst>
          <pc:docMk/>
          <pc:sldMk cId="2637062614" sldId="267"/>
        </pc:sldMkLst>
        <pc:spChg chg="mod">
          <ac:chgData name="Jayprakash Kolhal" userId="ccb16052f739a7a0" providerId="LiveId" clId="{92128F01-310E-4E9A-B431-18BD986F3685}" dt="2026-02-13T06:37:55.896" v="1198" actId="20577"/>
          <ac:spMkLst>
            <pc:docMk/>
            <pc:sldMk cId="2637062614" sldId="267"/>
            <ac:spMk id="2" creationId="{EC62D94E-7927-9097-7BD8-817616041138}"/>
          </ac:spMkLst>
        </pc:spChg>
        <pc:spChg chg="mod">
          <ac:chgData name="Jayprakash Kolhal" userId="ccb16052f739a7a0" providerId="LiveId" clId="{92128F01-310E-4E9A-B431-18BD986F3685}" dt="2026-02-13T06:37:52.336" v="1197" actId="1076"/>
          <ac:spMkLst>
            <pc:docMk/>
            <pc:sldMk cId="2637062614" sldId="267"/>
            <ac:spMk id="3" creationId="{3BE9FC3E-BA96-64BB-FEAE-020CDE2C4BDD}"/>
          </ac:spMkLst>
        </pc:spChg>
      </pc:sldChg>
      <pc:sldChg chg="modSp mod modAnim">
        <pc:chgData name="Jayprakash Kolhal" userId="ccb16052f739a7a0" providerId="LiveId" clId="{92128F01-310E-4E9A-B431-18BD986F3685}" dt="2026-02-13T06:36:47.229" v="1152" actId="20577"/>
        <pc:sldMkLst>
          <pc:docMk/>
          <pc:sldMk cId="132679986" sldId="268"/>
        </pc:sldMkLst>
        <pc:spChg chg="mod">
          <ac:chgData name="Jayprakash Kolhal" userId="ccb16052f739a7a0" providerId="LiveId" clId="{92128F01-310E-4E9A-B431-18BD986F3685}" dt="2026-02-13T06:36:47.229" v="1152" actId="20577"/>
          <ac:spMkLst>
            <pc:docMk/>
            <pc:sldMk cId="132679986" sldId="268"/>
            <ac:spMk id="2" creationId="{424C222E-C6D2-F6C9-99C3-92C83CF7756A}"/>
          </ac:spMkLst>
        </pc:spChg>
        <pc:spChg chg="mod">
          <ac:chgData name="Jayprakash Kolhal" userId="ccb16052f739a7a0" providerId="LiveId" clId="{92128F01-310E-4E9A-B431-18BD986F3685}" dt="2026-02-13T06:36:42.531" v="1151" actId="1076"/>
          <ac:spMkLst>
            <pc:docMk/>
            <pc:sldMk cId="132679986" sldId="268"/>
            <ac:spMk id="3" creationId="{85125494-F9AA-4674-1A55-59C8B3E93DEB}"/>
          </ac:spMkLst>
        </pc:spChg>
      </pc:sldChg>
      <pc:sldChg chg="addSp delSp modSp mod modAnim">
        <pc:chgData name="Jayprakash Kolhal" userId="ccb16052f739a7a0" providerId="LiveId" clId="{92128F01-310E-4E9A-B431-18BD986F3685}" dt="2026-02-13T06:58:15.335" v="1494" actId="1076"/>
        <pc:sldMkLst>
          <pc:docMk/>
          <pc:sldMk cId="142615304" sldId="269"/>
        </pc:sldMkLst>
        <pc:spChg chg="mod">
          <ac:chgData name="Jayprakash Kolhal" userId="ccb16052f739a7a0" providerId="LiveId" clId="{92128F01-310E-4E9A-B431-18BD986F3685}" dt="2026-02-13T06:37:15.813" v="1154" actId="20577"/>
          <ac:spMkLst>
            <pc:docMk/>
            <pc:sldMk cId="142615304" sldId="269"/>
            <ac:spMk id="2" creationId="{D5B0669E-0A3C-0CD1-82FF-47C15D0A6DED}"/>
          </ac:spMkLst>
        </pc:spChg>
        <pc:spChg chg="mod">
          <ac:chgData name="Jayprakash Kolhal" userId="ccb16052f739a7a0" providerId="LiveId" clId="{92128F01-310E-4E9A-B431-18BD986F3685}" dt="2026-02-13T06:58:15.335" v="1494" actId="1076"/>
          <ac:spMkLst>
            <pc:docMk/>
            <pc:sldMk cId="142615304" sldId="269"/>
            <ac:spMk id="3" creationId="{62630F29-ED32-3334-63B9-CCB0CF60B963}"/>
          </ac:spMkLst>
        </pc:spChg>
        <pc:picChg chg="add mod">
          <ac:chgData name="Jayprakash Kolhal" userId="ccb16052f739a7a0" providerId="LiveId" clId="{92128F01-310E-4E9A-B431-18BD986F3685}" dt="2026-02-13T06:46:48.639" v="1223" actId="1076"/>
          <ac:picMkLst>
            <pc:docMk/>
            <pc:sldMk cId="142615304" sldId="269"/>
            <ac:picMk id="6" creationId="{FAE8B421-2A65-1A96-D0EF-C9288A64AD6F}"/>
          </ac:picMkLst>
        </pc:picChg>
      </pc:sldChg>
      <pc:sldChg chg="addSp modSp new mod modAnim">
        <pc:chgData name="Jayprakash Kolhal" userId="ccb16052f739a7a0" providerId="LiveId" clId="{92128F01-310E-4E9A-B431-18BD986F3685}" dt="2026-02-13T07:01:31.382" v="1696" actId="113"/>
        <pc:sldMkLst>
          <pc:docMk/>
          <pc:sldMk cId="2224560398" sldId="270"/>
        </pc:sldMkLst>
        <pc:spChg chg="mod">
          <ac:chgData name="Jayprakash Kolhal" userId="ccb16052f739a7a0" providerId="LiveId" clId="{92128F01-310E-4E9A-B431-18BD986F3685}" dt="2026-02-13T06:04:56.624" v="273" actId="27636"/>
          <ac:spMkLst>
            <pc:docMk/>
            <pc:sldMk cId="2224560398" sldId="270"/>
            <ac:spMk id="2" creationId="{5BC7DA8C-5B25-F2D2-942E-83EB2D0224C3}"/>
          </ac:spMkLst>
        </pc:spChg>
        <pc:spChg chg="mod">
          <ac:chgData name="Jayprakash Kolhal" userId="ccb16052f739a7a0" providerId="LiveId" clId="{92128F01-310E-4E9A-B431-18BD986F3685}" dt="2026-02-13T07:01:31.382" v="1696" actId="113"/>
          <ac:spMkLst>
            <pc:docMk/>
            <pc:sldMk cId="2224560398" sldId="270"/>
            <ac:spMk id="3" creationId="{686F3718-47F3-EC7C-9AB5-312F6392EA88}"/>
          </ac:spMkLst>
        </pc:spChg>
        <pc:picChg chg="add mod">
          <ac:chgData name="Jayprakash Kolhal" userId="ccb16052f739a7a0" providerId="LiveId" clId="{92128F01-310E-4E9A-B431-18BD986F3685}" dt="2026-02-13T06:07:20.893" v="303" actId="14100"/>
          <ac:picMkLst>
            <pc:docMk/>
            <pc:sldMk cId="2224560398" sldId="270"/>
            <ac:picMk id="5" creationId="{CE571B09-E538-DF79-5CF1-02D8D81D7A21}"/>
          </ac:picMkLst>
        </pc:picChg>
      </pc:sldChg>
      <pc:sldChg chg="addSp delSp modSp new mod modAnim">
        <pc:chgData name="Jayprakash Kolhal" userId="ccb16052f739a7a0" providerId="LiveId" clId="{92128F01-310E-4E9A-B431-18BD986F3685}" dt="2026-02-13T07:01:11.728" v="1693" actId="1076"/>
        <pc:sldMkLst>
          <pc:docMk/>
          <pc:sldMk cId="3782222869" sldId="271"/>
        </pc:sldMkLst>
        <pc:spChg chg="mod">
          <ac:chgData name="Jayprakash Kolhal" userId="ccb16052f739a7a0" providerId="LiveId" clId="{92128F01-310E-4E9A-B431-18BD986F3685}" dt="2026-02-13T07:00:12.879" v="1656" actId="20577"/>
          <ac:spMkLst>
            <pc:docMk/>
            <pc:sldMk cId="3782222869" sldId="271"/>
            <ac:spMk id="2" creationId="{A41B17DD-3DF1-7ED6-B7D5-2C056599C082}"/>
          </ac:spMkLst>
        </pc:spChg>
        <pc:picChg chg="add mod">
          <ac:chgData name="Jayprakash Kolhal" userId="ccb16052f739a7a0" providerId="LiveId" clId="{92128F01-310E-4E9A-B431-18BD986F3685}" dt="2026-02-13T07:01:11.728" v="1693" actId="1076"/>
          <ac:picMkLst>
            <pc:docMk/>
            <pc:sldMk cId="3782222869" sldId="271"/>
            <ac:picMk id="12" creationId="{BCF47962-BF3C-1049-7B63-6F2951D7C53A}"/>
          </ac:picMkLst>
        </pc:picChg>
      </pc:sldChg>
      <pc:sldChg chg="addSp delSp modSp new mod modAnim">
        <pc:chgData name="Jayprakash Kolhal" userId="ccb16052f739a7a0" providerId="LiveId" clId="{92128F01-310E-4E9A-B431-18BD986F3685}" dt="2026-02-13T07:01:07.639" v="1692" actId="1076"/>
        <pc:sldMkLst>
          <pc:docMk/>
          <pc:sldMk cId="2947067712" sldId="272"/>
        </pc:sldMkLst>
        <pc:spChg chg="mod">
          <ac:chgData name="Jayprakash Kolhal" userId="ccb16052f739a7a0" providerId="LiveId" clId="{92128F01-310E-4E9A-B431-18BD986F3685}" dt="2026-02-13T07:00:38.934" v="1669" actId="20577"/>
          <ac:spMkLst>
            <pc:docMk/>
            <pc:sldMk cId="2947067712" sldId="272"/>
            <ac:spMk id="2" creationId="{B1DB56BF-52AC-E1A1-E17B-820155EA4D80}"/>
          </ac:spMkLst>
        </pc:spChg>
        <pc:picChg chg="add mod ord">
          <ac:chgData name="Jayprakash Kolhal" userId="ccb16052f739a7a0" providerId="LiveId" clId="{92128F01-310E-4E9A-B431-18BD986F3685}" dt="2026-02-13T07:01:07.639" v="1692" actId="1076"/>
          <ac:picMkLst>
            <pc:docMk/>
            <pc:sldMk cId="2947067712" sldId="272"/>
            <ac:picMk id="5" creationId="{5522E5BC-E571-E70D-F220-657EE76984FA}"/>
          </ac:picMkLst>
        </pc:picChg>
      </pc:sldChg>
      <pc:sldChg chg="addSp delSp modSp new mod modAnim">
        <pc:chgData name="Jayprakash Kolhal" userId="ccb16052f739a7a0" providerId="LiveId" clId="{92128F01-310E-4E9A-B431-18BD986F3685}" dt="2026-02-13T07:00:59.566" v="1691" actId="1076"/>
        <pc:sldMkLst>
          <pc:docMk/>
          <pc:sldMk cId="3653174456" sldId="273"/>
        </pc:sldMkLst>
        <pc:spChg chg="mod">
          <ac:chgData name="Jayprakash Kolhal" userId="ccb16052f739a7a0" providerId="LiveId" clId="{92128F01-310E-4E9A-B431-18BD986F3685}" dt="2026-02-13T07:00:46.860" v="1690" actId="20577"/>
          <ac:spMkLst>
            <pc:docMk/>
            <pc:sldMk cId="3653174456" sldId="273"/>
            <ac:spMk id="2" creationId="{CE89FE56-38D1-2677-597A-3BBF0E9F6193}"/>
          </ac:spMkLst>
        </pc:spChg>
        <pc:picChg chg="add mod ord">
          <ac:chgData name="Jayprakash Kolhal" userId="ccb16052f739a7a0" providerId="LiveId" clId="{92128F01-310E-4E9A-B431-18BD986F3685}" dt="2026-02-13T07:00:59.566" v="1691" actId="1076"/>
          <ac:picMkLst>
            <pc:docMk/>
            <pc:sldMk cId="3653174456" sldId="273"/>
            <ac:picMk id="5" creationId="{66615D71-EE1E-A0B8-FCC2-FDC49A9DA88C}"/>
          </ac:picMkLst>
        </pc:picChg>
      </pc:sldChg>
      <pc:sldChg chg="addSp delSp modSp new mod">
        <pc:chgData name="Jayprakash Kolhal" userId="ccb16052f739a7a0" providerId="LiveId" clId="{92128F01-310E-4E9A-B431-18BD986F3685}" dt="2026-02-13T07:14:58.499" v="1751" actId="1076"/>
        <pc:sldMkLst>
          <pc:docMk/>
          <pc:sldMk cId="1797679812" sldId="274"/>
        </pc:sldMkLst>
        <pc:spChg chg="mod">
          <ac:chgData name="Jayprakash Kolhal" userId="ccb16052f739a7a0" providerId="LiveId" clId="{92128F01-310E-4E9A-B431-18BD986F3685}" dt="2026-02-13T07:14:48.675" v="1747" actId="20577"/>
          <ac:spMkLst>
            <pc:docMk/>
            <pc:sldMk cId="1797679812" sldId="274"/>
            <ac:spMk id="2" creationId="{5C6B661F-1997-7271-80AF-93C27AA5CCA3}"/>
          </ac:spMkLst>
        </pc:spChg>
        <pc:picChg chg="add mod ord">
          <ac:chgData name="Jayprakash Kolhal" userId="ccb16052f739a7a0" providerId="LiveId" clId="{92128F01-310E-4E9A-B431-18BD986F3685}" dt="2026-02-13T07:14:58.499" v="1751" actId="1076"/>
          <ac:picMkLst>
            <pc:docMk/>
            <pc:sldMk cId="1797679812" sldId="274"/>
            <ac:picMk id="5" creationId="{69998392-AAE5-FAE2-0359-E16C40EAA3CA}"/>
          </ac:picMkLst>
        </pc:picChg>
      </pc:sldChg>
      <pc:sldChg chg="addSp delSp modSp new mod">
        <pc:chgData name="Jayprakash Kolhal" userId="ccb16052f739a7a0" providerId="LiveId" clId="{92128F01-310E-4E9A-B431-18BD986F3685}" dt="2026-02-13T07:19:12.850" v="1839" actId="1076"/>
        <pc:sldMkLst>
          <pc:docMk/>
          <pc:sldMk cId="352037455" sldId="276"/>
        </pc:sldMkLst>
        <pc:spChg chg="mod">
          <ac:chgData name="Jayprakash Kolhal" userId="ccb16052f739a7a0" providerId="LiveId" clId="{92128F01-310E-4E9A-B431-18BD986F3685}" dt="2026-02-13T07:15:48.423" v="1830" actId="20577"/>
          <ac:spMkLst>
            <pc:docMk/>
            <pc:sldMk cId="352037455" sldId="276"/>
            <ac:spMk id="2" creationId="{92CD5A79-E782-8037-268B-238870E75679}"/>
          </ac:spMkLst>
        </pc:spChg>
        <pc:picChg chg="add mod ord">
          <ac:chgData name="Jayprakash Kolhal" userId="ccb16052f739a7a0" providerId="LiveId" clId="{92128F01-310E-4E9A-B431-18BD986F3685}" dt="2026-02-13T07:19:12.850" v="1839" actId="1076"/>
          <ac:picMkLst>
            <pc:docMk/>
            <pc:sldMk cId="352037455" sldId="276"/>
            <ac:picMk id="12" creationId="{9B898FC8-1AF4-98B3-5FF3-BA82C828C0F2}"/>
          </ac:picMkLst>
        </pc:picChg>
      </pc:sldChg>
      <pc:sldChg chg="addSp delSp modSp new mod">
        <pc:chgData name="Jayprakash Kolhal" userId="ccb16052f739a7a0" providerId="LiveId" clId="{92128F01-310E-4E9A-B431-18BD986F3685}" dt="2026-02-13T07:46:01.255" v="2120" actId="1076"/>
        <pc:sldMkLst>
          <pc:docMk/>
          <pc:sldMk cId="2396959456" sldId="278"/>
        </pc:sldMkLst>
        <pc:spChg chg="mod">
          <ac:chgData name="Jayprakash Kolhal" userId="ccb16052f739a7a0" providerId="LiveId" clId="{92128F01-310E-4E9A-B431-18BD986F3685}" dt="2026-02-13T07:31:38.888" v="1922" actId="20577"/>
          <ac:spMkLst>
            <pc:docMk/>
            <pc:sldMk cId="2396959456" sldId="278"/>
            <ac:spMk id="2" creationId="{70E94F7F-8FE2-A1FA-A7E8-3903BEED0FD8}"/>
          </ac:spMkLst>
        </pc:spChg>
        <pc:picChg chg="add mod ord">
          <ac:chgData name="Jayprakash Kolhal" userId="ccb16052f739a7a0" providerId="LiveId" clId="{92128F01-310E-4E9A-B431-18BD986F3685}" dt="2026-02-13T07:46:01.255" v="2120" actId="1076"/>
          <ac:picMkLst>
            <pc:docMk/>
            <pc:sldMk cId="2396959456" sldId="278"/>
            <ac:picMk id="5" creationId="{C8EC20C4-C8C2-5CE0-EF5F-4302B06D68B8}"/>
          </ac:picMkLst>
        </pc:picChg>
      </pc:sldChg>
      <pc:sldChg chg="addSp delSp modSp new mod">
        <pc:chgData name="Jayprakash Kolhal" userId="ccb16052f739a7a0" providerId="LiveId" clId="{92128F01-310E-4E9A-B431-18BD986F3685}" dt="2026-02-13T07:42:56.707" v="2069" actId="1076"/>
        <pc:sldMkLst>
          <pc:docMk/>
          <pc:sldMk cId="3183202715" sldId="279"/>
        </pc:sldMkLst>
        <pc:spChg chg="mod">
          <ac:chgData name="Jayprakash Kolhal" userId="ccb16052f739a7a0" providerId="LiveId" clId="{92128F01-310E-4E9A-B431-18BD986F3685}" dt="2026-02-13T07:34:39.654" v="1971" actId="20577"/>
          <ac:spMkLst>
            <pc:docMk/>
            <pc:sldMk cId="3183202715" sldId="279"/>
            <ac:spMk id="2" creationId="{7AF20114-41F3-13E2-F8CE-73F4768ADEE2}"/>
          </ac:spMkLst>
        </pc:spChg>
        <pc:picChg chg="add mod ord">
          <ac:chgData name="Jayprakash Kolhal" userId="ccb16052f739a7a0" providerId="LiveId" clId="{92128F01-310E-4E9A-B431-18BD986F3685}" dt="2026-02-13T07:42:56.707" v="2069" actId="1076"/>
          <ac:picMkLst>
            <pc:docMk/>
            <pc:sldMk cId="3183202715" sldId="279"/>
            <ac:picMk id="5" creationId="{A43F9ABD-F83C-54BF-141E-DFC67ACFCA61}"/>
          </ac:picMkLst>
        </pc:picChg>
      </pc:sldChg>
      <pc:sldChg chg="addSp modSp new mod">
        <pc:chgData name="Jayprakash Kolhal" userId="ccb16052f739a7a0" providerId="LiveId" clId="{92128F01-310E-4E9A-B431-18BD986F3685}" dt="2026-02-13T07:42:43.377" v="2067" actId="1076"/>
        <pc:sldMkLst>
          <pc:docMk/>
          <pc:sldMk cId="2886923806" sldId="280"/>
        </pc:sldMkLst>
        <pc:spChg chg="mod">
          <ac:chgData name="Jayprakash Kolhal" userId="ccb16052f739a7a0" providerId="LiveId" clId="{92128F01-310E-4E9A-B431-18BD986F3685}" dt="2026-02-13T07:40:07.664" v="2017"/>
          <ac:spMkLst>
            <pc:docMk/>
            <pc:sldMk cId="2886923806" sldId="280"/>
            <ac:spMk id="2" creationId="{3944F1B0-281F-04F1-549C-FD72A8FBE6EF}"/>
          </ac:spMkLst>
        </pc:spChg>
        <pc:spChg chg="mod">
          <ac:chgData name="Jayprakash Kolhal" userId="ccb16052f739a7a0" providerId="LiveId" clId="{92128F01-310E-4E9A-B431-18BD986F3685}" dt="2026-02-13T07:41:27.545" v="2066" actId="113"/>
          <ac:spMkLst>
            <pc:docMk/>
            <pc:sldMk cId="2886923806" sldId="280"/>
            <ac:spMk id="3" creationId="{8884CE7C-E546-22D8-8498-41F0BEDFC874}"/>
          </ac:spMkLst>
        </pc:spChg>
        <pc:picChg chg="add mod">
          <ac:chgData name="Jayprakash Kolhal" userId="ccb16052f739a7a0" providerId="LiveId" clId="{92128F01-310E-4E9A-B431-18BD986F3685}" dt="2026-02-13T07:42:43.377" v="2067" actId="1076"/>
          <ac:picMkLst>
            <pc:docMk/>
            <pc:sldMk cId="2886923806" sldId="280"/>
            <ac:picMk id="41" creationId="{3114CABB-90B7-4941-34B1-F1379F902E61}"/>
          </ac:picMkLst>
        </pc:picChg>
      </pc:sldChg>
      <pc:sldChg chg="addSp modSp new mod">
        <pc:chgData name="Jayprakash Kolhal" userId="ccb16052f739a7a0" providerId="LiveId" clId="{92128F01-310E-4E9A-B431-18BD986F3685}" dt="2026-02-13T07:45:09.976" v="2107" actId="1076"/>
        <pc:sldMkLst>
          <pc:docMk/>
          <pc:sldMk cId="2923745731" sldId="281"/>
        </pc:sldMkLst>
        <pc:spChg chg="mod">
          <ac:chgData name="Jayprakash Kolhal" userId="ccb16052f739a7a0" providerId="LiveId" clId="{92128F01-310E-4E9A-B431-18BD986F3685}" dt="2026-02-13T07:43:29.313" v="2072" actId="255"/>
          <ac:spMkLst>
            <pc:docMk/>
            <pc:sldMk cId="2923745731" sldId="281"/>
            <ac:spMk id="2" creationId="{2DD59085-45FC-E9C2-7086-C5B6993E7A68}"/>
          </ac:spMkLst>
        </pc:spChg>
        <pc:spChg chg="mod">
          <ac:chgData name="Jayprakash Kolhal" userId="ccb16052f739a7a0" providerId="LiveId" clId="{92128F01-310E-4E9A-B431-18BD986F3685}" dt="2026-02-13T07:45:00.202" v="2102" actId="113"/>
          <ac:spMkLst>
            <pc:docMk/>
            <pc:sldMk cId="2923745731" sldId="281"/>
            <ac:spMk id="3" creationId="{A7E56F82-53DA-A77E-5608-CA8E29B45496}"/>
          </ac:spMkLst>
        </pc:spChg>
        <pc:picChg chg="add mod">
          <ac:chgData name="Jayprakash Kolhal" userId="ccb16052f739a7a0" providerId="LiveId" clId="{92128F01-310E-4E9A-B431-18BD986F3685}" dt="2026-02-13T07:45:09.976" v="2107" actId="1076"/>
          <ac:picMkLst>
            <pc:docMk/>
            <pc:sldMk cId="2923745731" sldId="281"/>
            <ac:picMk id="4" creationId="{02D7B3CB-BEEC-1ABA-6B83-D238B2473BBA}"/>
          </ac:picMkLst>
        </pc:picChg>
      </pc:sldChg>
      <pc:sldChg chg="addSp delSp modSp new mod">
        <pc:chgData name="Jayprakash Kolhal" userId="ccb16052f739a7a0" providerId="LiveId" clId="{92128F01-310E-4E9A-B431-18BD986F3685}" dt="2026-02-13T07:59:41.696" v="2231" actId="14100"/>
        <pc:sldMkLst>
          <pc:docMk/>
          <pc:sldMk cId="3620941573" sldId="282"/>
        </pc:sldMkLst>
        <pc:spChg chg="mod">
          <ac:chgData name="Jayprakash Kolhal" userId="ccb16052f739a7a0" providerId="LiveId" clId="{92128F01-310E-4E9A-B431-18BD986F3685}" dt="2026-02-13T07:57:46.393" v="2226" actId="20577"/>
          <ac:spMkLst>
            <pc:docMk/>
            <pc:sldMk cId="3620941573" sldId="282"/>
            <ac:spMk id="2" creationId="{7F65926D-D682-46AE-B410-4B04E9654CD9}"/>
          </ac:spMkLst>
        </pc:spChg>
        <pc:picChg chg="add mod ord">
          <ac:chgData name="Jayprakash Kolhal" userId="ccb16052f739a7a0" providerId="LiveId" clId="{92128F01-310E-4E9A-B431-18BD986F3685}" dt="2026-02-13T07:59:41.696" v="2231" actId="14100"/>
          <ac:picMkLst>
            <pc:docMk/>
            <pc:sldMk cId="3620941573" sldId="282"/>
            <ac:picMk id="5" creationId="{088ECD3D-D083-CB3B-F63A-E3AE1A676724}"/>
          </ac:picMkLst>
        </pc:picChg>
      </pc:sldChg>
      <pc:sldChg chg="addSp delSp modSp new mod">
        <pc:chgData name="Jayprakash Kolhal" userId="ccb16052f739a7a0" providerId="LiveId" clId="{92128F01-310E-4E9A-B431-18BD986F3685}" dt="2026-03-04T05:07:43.519" v="2859" actId="1076"/>
        <pc:sldMkLst>
          <pc:docMk/>
          <pc:sldMk cId="3947257771" sldId="283"/>
        </pc:sldMkLst>
        <pc:spChg chg="mod">
          <ac:chgData name="Jayprakash Kolhal" userId="ccb16052f739a7a0" providerId="LiveId" clId="{92128F01-310E-4E9A-B431-18BD986F3685}" dt="2026-02-13T08:01:15.373" v="2300" actId="255"/>
          <ac:spMkLst>
            <pc:docMk/>
            <pc:sldMk cId="3947257771" sldId="283"/>
            <ac:spMk id="2" creationId="{4EE65D2B-96BC-7757-5B47-383A821CF9B7}"/>
          </ac:spMkLst>
        </pc:spChg>
        <pc:picChg chg="add mod ord">
          <ac:chgData name="Jayprakash Kolhal" userId="ccb16052f739a7a0" providerId="LiveId" clId="{92128F01-310E-4E9A-B431-18BD986F3685}" dt="2026-03-04T05:07:43.519" v="2859" actId="1076"/>
          <ac:picMkLst>
            <pc:docMk/>
            <pc:sldMk cId="3947257771" sldId="283"/>
            <ac:picMk id="7" creationId="{7D4D5CB5-6C2D-CB5C-D5E0-6A02ED9D5C01}"/>
          </ac:picMkLst>
        </pc:picChg>
      </pc:sldChg>
      <pc:sldChg chg="addSp modSp new mod">
        <pc:chgData name="Jayprakash Kolhal" userId="ccb16052f739a7a0" providerId="LiveId" clId="{92128F01-310E-4E9A-B431-18BD986F3685}" dt="2026-02-13T08:04:35.058" v="2339" actId="113"/>
        <pc:sldMkLst>
          <pc:docMk/>
          <pc:sldMk cId="4170287781" sldId="284"/>
        </pc:sldMkLst>
        <pc:spChg chg="mod">
          <ac:chgData name="Jayprakash Kolhal" userId="ccb16052f739a7a0" providerId="LiveId" clId="{92128F01-310E-4E9A-B431-18BD986F3685}" dt="2026-02-13T08:03:44.535" v="2314" actId="255"/>
          <ac:spMkLst>
            <pc:docMk/>
            <pc:sldMk cId="4170287781" sldId="284"/>
            <ac:spMk id="2" creationId="{14485059-BA7E-F03D-8F65-BA2F1C637958}"/>
          </ac:spMkLst>
        </pc:spChg>
        <pc:spChg chg="mod">
          <ac:chgData name="Jayprakash Kolhal" userId="ccb16052f739a7a0" providerId="LiveId" clId="{92128F01-310E-4E9A-B431-18BD986F3685}" dt="2026-02-13T08:04:35.058" v="2339" actId="113"/>
          <ac:spMkLst>
            <pc:docMk/>
            <pc:sldMk cId="4170287781" sldId="284"/>
            <ac:spMk id="3" creationId="{0390BA2C-16AF-B4D3-05A5-0E6B84EB5853}"/>
          </ac:spMkLst>
        </pc:spChg>
        <pc:picChg chg="add mod">
          <ac:chgData name="Jayprakash Kolhal" userId="ccb16052f739a7a0" providerId="LiveId" clId="{92128F01-310E-4E9A-B431-18BD986F3685}" dt="2026-02-13T08:04:05.506" v="2320" actId="1076"/>
          <ac:picMkLst>
            <pc:docMk/>
            <pc:sldMk cId="4170287781" sldId="284"/>
            <ac:picMk id="4" creationId="{03C2BB14-EC28-806D-9F18-1BCC9CD1FF68}"/>
          </ac:picMkLst>
        </pc:picChg>
      </pc:sldChg>
      <pc:sldChg chg="addSp delSp modSp new mod">
        <pc:chgData name="Jayprakash Kolhal" userId="ccb16052f739a7a0" providerId="LiveId" clId="{92128F01-310E-4E9A-B431-18BD986F3685}" dt="2026-02-13T08:06:33.920" v="2388" actId="1076"/>
        <pc:sldMkLst>
          <pc:docMk/>
          <pc:sldMk cId="1343593737" sldId="285"/>
        </pc:sldMkLst>
        <pc:spChg chg="mod">
          <ac:chgData name="Jayprakash Kolhal" userId="ccb16052f739a7a0" providerId="LiveId" clId="{92128F01-310E-4E9A-B431-18BD986F3685}" dt="2026-02-13T08:05:14.025" v="2381" actId="20577"/>
          <ac:spMkLst>
            <pc:docMk/>
            <pc:sldMk cId="1343593737" sldId="285"/>
            <ac:spMk id="2" creationId="{2BB9051C-E345-9921-06AC-7A55E1C81BCD}"/>
          </ac:spMkLst>
        </pc:spChg>
        <pc:picChg chg="add mod ord">
          <ac:chgData name="Jayprakash Kolhal" userId="ccb16052f739a7a0" providerId="LiveId" clId="{92128F01-310E-4E9A-B431-18BD986F3685}" dt="2026-02-13T08:06:33.920" v="2388" actId="1076"/>
          <ac:picMkLst>
            <pc:docMk/>
            <pc:sldMk cId="1343593737" sldId="285"/>
            <ac:picMk id="5" creationId="{996661D4-08C3-1E81-EF3F-2454B2386239}"/>
          </ac:picMkLst>
        </pc:picChg>
      </pc:sldChg>
      <pc:sldChg chg="addSp modSp new mod">
        <pc:chgData name="Jayprakash Kolhal" userId="ccb16052f739a7a0" providerId="LiveId" clId="{92128F01-310E-4E9A-B431-18BD986F3685}" dt="2026-02-14T09:54:55.157" v="2564" actId="1076"/>
        <pc:sldMkLst>
          <pc:docMk/>
          <pc:sldMk cId="2778860407" sldId="286"/>
        </pc:sldMkLst>
        <pc:spChg chg="mod">
          <ac:chgData name="Jayprakash Kolhal" userId="ccb16052f739a7a0" providerId="LiveId" clId="{92128F01-310E-4E9A-B431-18BD986F3685}" dt="2026-02-14T09:54:41.209" v="2561" actId="27636"/>
          <ac:spMkLst>
            <pc:docMk/>
            <pc:sldMk cId="2778860407" sldId="286"/>
            <ac:spMk id="2" creationId="{9284B29A-EE24-E3E3-EF91-34881F2D4635}"/>
          </ac:spMkLst>
        </pc:spChg>
        <pc:spChg chg="mod">
          <ac:chgData name="Jayprakash Kolhal" userId="ccb16052f739a7a0" providerId="LiveId" clId="{92128F01-310E-4E9A-B431-18BD986F3685}" dt="2026-02-14T09:54:49.550" v="2562" actId="20577"/>
          <ac:spMkLst>
            <pc:docMk/>
            <pc:sldMk cId="2778860407" sldId="286"/>
            <ac:spMk id="3" creationId="{2DC2F78D-C984-6655-AFF9-F88545DD340E}"/>
          </ac:spMkLst>
        </pc:spChg>
        <pc:picChg chg="add mod">
          <ac:chgData name="Jayprakash Kolhal" userId="ccb16052f739a7a0" providerId="LiveId" clId="{92128F01-310E-4E9A-B431-18BD986F3685}" dt="2026-02-14T09:54:55.157" v="2564" actId="1076"/>
          <ac:picMkLst>
            <pc:docMk/>
            <pc:sldMk cId="2778860407" sldId="286"/>
            <ac:picMk id="4" creationId="{7022B08C-396D-6F15-E3F6-D9124B0654A0}"/>
          </ac:picMkLst>
        </pc:picChg>
      </pc:sldChg>
      <pc:sldChg chg="addSp delSp modSp new mod">
        <pc:chgData name="Jayprakash Kolhal" userId="ccb16052f739a7a0" providerId="LiveId" clId="{92128F01-310E-4E9A-B431-18BD986F3685}" dt="2026-02-14T09:57:02.077" v="2601" actId="1076"/>
        <pc:sldMkLst>
          <pc:docMk/>
          <pc:sldMk cId="1478512392" sldId="287"/>
        </pc:sldMkLst>
        <pc:spChg chg="mod">
          <ac:chgData name="Jayprakash Kolhal" userId="ccb16052f739a7a0" providerId="LiveId" clId="{92128F01-310E-4E9A-B431-18BD986F3685}" dt="2026-02-14T09:56:04.427" v="2595" actId="20577"/>
          <ac:spMkLst>
            <pc:docMk/>
            <pc:sldMk cId="1478512392" sldId="287"/>
            <ac:spMk id="2" creationId="{6B87AA6C-1B51-9B23-2148-32CBFD93CFC8}"/>
          </ac:spMkLst>
        </pc:spChg>
        <pc:picChg chg="add mod ord">
          <ac:chgData name="Jayprakash Kolhal" userId="ccb16052f739a7a0" providerId="LiveId" clId="{92128F01-310E-4E9A-B431-18BD986F3685}" dt="2026-02-14T09:57:02.077" v="2601" actId="1076"/>
          <ac:picMkLst>
            <pc:docMk/>
            <pc:sldMk cId="1478512392" sldId="287"/>
            <ac:picMk id="5" creationId="{65767AC0-9B90-F992-E7EF-C073ADBE812D}"/>
          </ac:picMkLst>
        </pc:picChg>
      </pc:sldChg>
      <pc:sldChg chg="addSp modSp new mod">
        <pc:chgData name="Jayprakash Kolhal" userId="ccb16052f739a7a0" providerId="LiveId" clId="{92128F01-310E-4E9A-B431-18BD986F3685}" dt="2026-02-15T12:03:16.276" v="2721" actId="14100"/>
        <pc:sldMkLst>
          <pc:docMk/>
          <pc:sldMk cId="3783181781" sldId="288"/>
        </pc:sldMkLst>
        <pc:spChg chg="mod">
          <ac:chgData name="Jayprakash Kolhal" userId="ccb16052f739a7a0" providerId="LiveId" clId="{92128F01-310E-4E9A-B431-18BD986F3685}" dt="2026-02-15T12:00:58.081" v="2705" actId="20577"/>
          <ac:spMkLst>
            <pc:docMk/>
            <pc:sldMk cId="3783181781" sldId="288"/>
            <ac:spMk id="2" creationId="{A3BEABE9-2609-BA78-3535-DC0E39C3F234}"/>
          </ac:spMkLst>
        </pc:spChg>
        <pc:spChg chg="mod">
          <ac:chgData name="Jayprakash Kolhal" userId="ccb16052f739a7a0" providerId="LiveId" clId="{92128F01-310E-4E9A-B431-18BD986F3685}" dt="2026-02-15T12:03:04.051" v="2717" actId="20577"/>
          <ac:spMkLst>
            <pc:docMk/>
            <pc:sldMk cId="3783181781" sldId="288"/>
            <ac:spMk id="3" creationId="{397E3C43-8F73-43B5-3FF1-4A75CD28C3A9}"/>
          </ac:spMkLst>
        </pc:spChg>
        <pc:picChg chg="add mod">
          <ac:chgData name="Jayprakash Kolhal" userId="ccb16052f739a7a0" providerId="LiveId" clId="{92128F01-310E-4E9A-B431-18BD986F3685}" dt="2026-02-15T12:03:16.276" v="2721" actId="14100"/>
          <ac:picMkLst>
            <pc:docMk/>
            <pc:sldMk cId="3783181781" sldId="288"/>
            <ac:picMk id="5" creationId="{06BAF9AD-CD70-D6DF-6EE6-0F944B60B120}"/>
          </ac:picMkLst>
        </pc:picChg>
      </pc:sldChg>
      <pc:sldChg chg="modSp new mod">
        <pc:chgData name="Jayprakash Kolhal" userId="ccb16052f739a7a0" providerId="LiveId" clId="{92128F01-310E-4E9A-B431-18BD986F3685}" dt="2026-02-15T12:00:40.038" v="2687" actId="255"/>
        <pc:sldMkLst>
          <pc:docMk/>
          <pc:sldMk cId="1375238596" sldId="289"/>
        </pc:sldMkLst>
        <pc:spChg chg="mod">
          <ac:chgData name="Jayprakash Kolhal" userId="ccb16052f739a7a0" providerId="LiveId" clId="{92128F01-310E-4E9A-B431-18BD986F3685}" dt="2026-02-15T11:56:51.455" v="2630" actId="20577"/>
          <ac:spMkLst>
            <pc:docMk/>
            <pc:sldMk cId="1375238596" sldId="289"/>
            <ac:spMk id="2" creationId="{DFC68CDC-BE28-B1DE-C8EC-FF9C9F5C2F1C}"/>
          </ac:spMkLst>
        </pc:spChg>
        <pc:spChg chg="mod">
          <ac:chgData name="Jayprakash Kolhal" userId="ccb16052f739a7a0" providerId="LiveId" clId="{92128F01-310E-4E9A-B431-18BD986F3685}" dt="2026-02-15T12:00:40.038" v="2687" actId="255"/>
          <ac:spMkLst>
            <pc:docMk/>
            <pc:sldMk cId="1375238596" sldId="289"/>
            <ac:spMk id="3" creationId="{293918EB-B013-A7A4-F023-78D158A0F385}"/>
          </ac:spMkLst>
        </pc:spChg>
      </pc:sldChg>
      <pc:sldChg chg="addSp delSp modSp new mod">
        <pc:chgData name="Jayprakash Kolhal" userId="ccb16052f739a7a0" providerId="LiveId" clId="{92128F01-310E-4E9A-B431-18BD986F3685}" dt="2026-02-15T12:04:55.237" v="2761" actId="1076"/>
        <pc:sldMkLst>
          <pc:docMk/>
          <pc:sldMk cId="4007677863" sldId="290"/>
        </pc:sldMkLst>
        <pc:spChg chg="mod">
          <ac:chgData name="Jayprakash Kolhal" userId="ccb16052f739a7a0" providerId="LiveId" clId="{92128F01-310E-4E9A-B431-18BD986F3685}" dt="2026-02-15T12:03:42.012" v="2755" actId="20577"/>
          <ac:spMkLst>
            <pc:docMk/>
            <pc:sldMk cId="4007677863" sldId="290"/>
            <ac:spMk id="2" creationId="{A4D14507-473B-DD73-C686-5CDAE3B6EF66}"/>
          </ac:spMkLst>
        </pc:spChg>
        <pc:picChg chg="add mod ord">
          <ac:chgData name="Jayprakash Kolhal" userId="ccb16052f739a7a0" providerId="LiveId" clId="{92128F01-310E-4E9A-B431-18BD986F3685}" dt="2026-02-15T12:04:55.237" v="2761" actId="1076"/>
          <ac:picMkLst>
            <pc:docMk/>
            <pc:sldMk cId="4007677863" sldId="290"/>
            <ac:picMk id="5" creationId="{E232CF57-62D0-08D0-889F-DBBFFAEC361F}"/>
          </ac:picMkLst>
        </pc:picChg>
      </pc:sldChg>
      <pc:sldChg chg="addSp modSp new mod">
        <pc:chgData name="Jayprakash Kolhal" userId="ccb16052f739a7a0" providerId="LiveId" clId="{92128F01-310E-4E9A-B431-18BD986F3685}" dt="2026-02-15T12:07:28.898" v="2786" actId="1076"/>
        <pc:sldMkLst>
          <pc:docMk/>
          <pc:sldMk cId="1365272409" sldId="291"/>
        </pc:sldMkLst>
        <pc:spChg chg="mod">
          <ac:chgData name="Jayprakash Kolhal" userId="ccb16052f739a7a0" providerId="LiveId" clId="{92128F01-310E-4E9A-B431-18BD986F3685}" dt="2026-02-15T12:05:12.310" v="2772" actId="20577"/>
          <ac:spMkLst>
            <pc:docMk/>
            <pc:sldMk cId="1365272409" sldId="291"/>
            <ac:spMk id="2" creationId="{5F756D22-9B07-DE84-F722-6E808EF09925}"/>
          </ac:spMkLst>
        </pc:spChg>
        <pc:spChg chg="mod">
          <ac:chgData name="Jayprakash Kolhal" userId="ccb16052f739a7a0" providerId="LiveId" clId="{92128F01-310E-4E9A-B431-18BD986F3685}" dt="2026-02-15T12:07:17.962" v="2780" actId="20577"/>
          <ac:spMkLst>
            <pc:docMk/>
            <pc:sldMk cId="1365272409" sldId="291"/>
            <ac:spMk id="3" creationId="{06724DE1-F1C0-D6BD-D67B-4AE6BE899335}"/>
          </ac:spMkLst>
        </pc:spChg>
        <pc:picChg chg="add mod">
          <ac:chgData name="Jayprakash Kolhal" userId="ccb16052f739a7a0" providerId="LiveId" clId="{92128F01-310E-4E9A-B431-18BD986F3685}" dt="2026-02-15T12:07:28.898" v="2786" actId="1076"/>
          <ac:picMkLst>
            <pc:docMk/>
            <pc:sldMk cId="1365272409" sldId="291"/>
            <ac:picMk id="5" creationId="{5324AD5C-154F-8F50-A63C-EDAB1FBBAA08}"/>
          </ac:picMkLst>
        </pc:picChg>
      </pc:sldChg>
      <pc:sldChg chg="addSp delSp modSp new mod">
        <pc:chgData name="Jayprakash Kolhal" userId="ccb16052f739a7a0" providerId="LiveId" clId="{92128F01-310E-4E9A-B431-18BD986F3685}" dt="2026-02-15T12:09:08.575" v="2826" actId="1076"/>
        <pc:sldMkLst>
          <pc:docMk/>
          <pc:sldMk cId="564213846" sldId="292"/>
        </pc:sldMkLst>
        <pc:spChg chg="mod">
          <ac:chgData name="Jayprakash Kolhal" userId="ccb16052f739a7a0" providerId="LiveId" clId="{92128F01-310E-4E9A-B431-18BD986F3685}" dt="2026-02-15T12:07:50.907" v="2815" actId="20577"/>
          <ac:spMkLst>
            <pc:docMk/>
            <pc:sldMk cId="564213846" sldId="292"/>
            <ac:spMk id="2" creationId="{CA16D4C3-A3A4-429A-90EE-6647DBE0711C}"/>
          </ac:spMkLst>
        </pc:spChg>
        <pc:picChg chg="add mod ord">
          <ac:chgData name="Jayprakash Kolhal" userId="ccb16052f739a7a0" providerId="LiveId" clId="{92128F01-310E-4E9A-B431-18BD986F3685}" dt="2026-02-15T12:09:08.575" v="2826" actId="1076"/>
          <ac:picMkLst>
            <pc:docMk/>
            <pc:sldMk cId="564213846" sldId="292"/>
            <ac:picMk id="5" creationId="{C8B48174-DF05-1065-A8A1-2D18F7E948D9}"/>
          </ac:picMkLst>
        </pc:picChg>
      </pc:sldChg>
      <pc:sldChg chg="modSp new mod">
        <pc:chgData name="Jayprakash Kolhal" userId="ccb16052f739a7a0" providerId="LiveId" clId="{92128F01-310E-4E9A-B431-18BD986F3685}" dt="2026-02-15T12:14:05.475" v="2858" actId="113"/>
        <pc:sldMkLst>
          <pc:docMk/>
          <pc:sldMk cId="2815083597" sldId="293"/>
        </pc:sldMkLst>
        <pc:spChg chg="mod">
          <ac:chgData name="Jayprakash Kolhal" userId="ccb16052f739a7a0" providerId="LiveId" clId="{92128F01-310E-4E9A-B431-18BD986F3685}" dt="2026-02-15T12:14:05.475" v="2858" actId="113"/>
          <ac:spMkLst>
            <pc:docMk/>
            <pc:sldMk cId="2815083597" sldId="293"/>
            <ac:spMk id="2" creationId="{05FE4309-8826-6C35-4760-4677BF6E54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9C733-A416-439E-8668-EEE5287BFD43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94A7A-8271-425F-A6BC-22AC5AB5C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16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94A7A-8271-425F-A6BC-22AC5AB5C26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7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66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98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2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37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49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22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06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73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7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300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95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5594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46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86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96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194DC-D09A-4018-9396-08DB329015A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E8F0EF-3916-4DDE-93DB-8A34B373C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50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44AA-E2FB-2A33-B43E-03E5002C1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86" y="887117"/>
            <a:ext cx="9637486" cy="1646302"/>
          </a:xfrm>
        </p:spPr>
        <p:txBody>
          <a:bodyPr/>
          <a:lstStyle/>
          <a:p>
            <a:r>
              <a:rPr lang="en-IN" dirty="0"/>
              <a:t>Campus Placement Analyzer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2AB5-C952-87F5-B504-FD2A03401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1196" y="3227683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b="1" dirty="0"/>
              <a:t>Name: Kolhal Jayprakash Vinayak</a:t>
            </a:r>
          </a:p>
          <a:p>
            <a:r>
              <a:rPr lang="en-US" sz="2400" b="1" dirty="0"/>
              <a:t>Branch : IT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1994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A2AD-4209-0FF7-A265-94FD516D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32EC-0448-B722-FD8D-5755328B9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94735"/>
            <a:ext cx="8596668" cy="4866967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/>
              <a:t>Campus Placement Analyzer is a data analytics project designed to help colleges and training institutes analyze student placement data.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/>
              <a:t>The system evaluates student performance, placement statistics, company wise hiring trends, and training effectiveness.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/>
              <a:t>The goal is to identify patterns, improve placement strategies, and provide actionable insights for both students and administration.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467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BC96-D71E-505A-46F1-0B4DE3CA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64AE-749D-3E5E-A07B-E94C91A8B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510"/>
            <a:ext cx="8596668" cy="5073445"/>
          </a:xfrm>
        </p:spPr>
        <p:txBody>
          <a:bodyPr>
            <a:noAutofit/>
          </a:bodyPr>
          <a:lstStyle/>
          <a:p>
            <a:r>
              <a:rPr lang="en-US" sz="2000" b="1" dirty="0"/>
              <a:t>1) Data-Driven Decision Making :</a:t>
            </a:r>
          </a:p>
          <a:p>
            <a:pPr marL="0" indent="0">
              <a:buNone/>
            </a:pPr>
            <a:r>
              <a:rPr lang="en-US" sz="2000" dirty="0"/>
              <a:t>      Helps colleges move from guesswork to data-based placement strategies.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b="1" dirty="0"/>
              <a:t>2) Improve Placement Percentage:</a:t>
            </a:r>
          </a:p>
          <a:p>
            <a:pPr marL="0" indent="0">
              <a:buNone/>
            </a:pPr>
            <a:r>
              <a:rPr lang="en-US" sz="2000" dirty="0"/>
              <a:t>     Identifies weak departments &amp; skill gaps to increase overall        placement  success.</a:t>
            </a:r>
          </a:p>
          <a:p>
            <a:pPr marL="0" indent="0">
              <a:buNone/>
            </a:pPr>
            <a:endParaRPr lang="en-US" sz="100" b="1" dirty="0"/>
          </a:p>
          <a:p>
            <a:r>
              <a:rPr lang="en-US" sz="2000" b="1" dirty="0"/>
              <a:t>3)Early Identification of PIP Students:</a:t>
            </a:r>
          </a:p>
          <a:p>
            <a:pPr marL="0" indent="0">
              <a:buNone/>
            </a:pPr>
            <a:r>
              <a:rPr lang="en-US" sz="2000" dirty="0"/>
              <a:t>     Automatically detects students with CGPA below 6 for improvement programs.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b="1" dirty="0"/>
              <a:t>4)Training Effectiveness Measurement:</a:t>
            </a:r>
          </a:p>
          <a:p>
            <a:pPr marL="0" indent="0">
              <a:buNone/>
            </a:pPr>
            <a:r>
              <a:rPr lang="en-US" sz="2000" dirty="0"/>
              <a:t>      Analyzes whether training hours &amp; skill scores actually improve placement result.                                  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6447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0730-45F4-EC9F-3B23-DBDB553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1"/>
            <a:ext cx="8821718" cy="698090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lang="en-US" dirty="0"/>
          </a:p>
          <a:p>
            <a:r>
              <a:rPr lang="en-US" sz="3600" b="1" dirty="0"/>
              <a:t>5)Company Hiring Trend Analysis:</a:t>
            </a:r>
          </a:p>
          <a:p>
            <a:pPr marL="0" indent="0">
              <a:buNone/>
            </a:pPr>
            <a:r>
              <a:rPr lang="en-US" sz="3600" dirty="0"/>
              <a:t>     Shows which companies hire more, salary trends, and demand for specific role</a:t>
            </a:r>
          </a:p>
          <a:p>
            <a:pPr marL="0" indent="0">
              <a:buNone/>
            </a:pPr>
            <a:endParaRPr lang="en-US" sz="200" dirty="0"/>
          </a:p>
          <a:p>
            <a:r>
              <a:rPr lang="en-US" sz="3600" b="1" dirty="0"/>
              <a:t>6)Student Performance Benchmarking:</a:t>
            </a:r>
          </a:p>
          <a:p>
            <a:pPr marL="0" indent="0">
              <a:buNone/>
            </a:pPr>
            <a:r>
              <a:rPr lang="en-US" sz="3600" dirty="0"/>
              <a:t>      Helps students understand minimum eligibility criteria for top    companies.</a:t>
            </a:r>
          </a:p>
          <a:p>
            <a:pPr marL="0" indent="0">
              <a:buNone/>
            </a:pPr>
            <a:endParaRPr lang="en-US" sz="200" dirty="0"/>
          </a:p>
          <a:p>
            <a:r>
              <a:rPr lang="en-US" sz="3600" b="1" dirty="0"/>
              <a:t>7)Better Salary Insights:</a:t>
            </a:r>
          </a:p>
          <a:p>
            <a:pPr marL="0" indent="0">
              <a:buNone/>
            </a:pPr>
            <a:r>
              <a:rPr lang="en-US" sz="3600" dirty="0"/>
              <a:t>      Analyzes correlation between CGPA, skills, and salary packages.</a:t>
            </a:r>
          </a:p>
          <a:p>
            <a:pPr marL="0" indent="0">
              <a:buNone/>
            </a:pPr>
            <a:endParaRPr lang="en-US" sz="200" dirty="0"/>
          </a:p>
          <a:p>
            <a:r>
              <a:rPr lang="en-US" sz="3600" b="1" dirty="0"/>
              <a:t>8) Supports Recruiters:</a:t>
            </a:r>
          </a:p>
          <a:p>
            <a:pPr marL="0" indent="0">
              <a:buNone/>
            </a:pPr>
            <a:r>
              <a:rPr lang="en-US" sz="3600" dirty="0"/>
              <a:t>     Provides structured student performance data for smarter hiring decisions.</a:t>
            </a:r>
          </a:p>
          <a:p>
            <a:pPr marL="0" indent="0">
              <a:buNone/>
            </a:pPr>
            <a:endParaRPr lang="en-US" sz="200" dirty="0"/>
          </a:p>
          <a:p>
            <a:r>
              <a:rPr lang="en-US" sz="3600" b="1" dirty="0"/>
              <a:t>9)Strategic Planning for Management:</a:t>
            </a:r>
          </a:p>
          <a:p>
            <a:pPr marL="0" indent="0">
              <a:buNone/>
            </a:pPr>
            <a:r>
              <a:rPr lang="en-US" sz="3600" dirty="0"/>
              <a:t>     Helps administration plan workshops, certifications, and training programs.</a:t>
            </a:r>
          </a:p>
          <a:p>
            <a:pPr marL="0" indent="0">
              <a:buNone/>
            </a:pPr>
            <a:endParaRPr lang="en-US" sz="200" dirty="0"/>
          </a:p>
          <a:p>
            <a:r>
              <a:rPr lang="en-US" sz="3600" b="1" dirty="0"/>
              <a:t>10)Predict Future Placement Probability:</a:t>
            </a:r>
          </a:p>
          <a:p>
            <a:pPr marL="0" indent="0">
              <a:buNone/>
            </a:pPr>
            <a:r>
              <a:rPr lang="en-US" sz="3600" dirty="0"/>
              <a:t>    (Advanced)Uses analytics to predict which students are most likely to get placed.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8512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16E3-F2EA-DC1B-CD27-D006B363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0200"/>
            <a:ext cx="8596668" cy="132080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Problem Are We Solving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EC945-29C8-C13E-E7BE-E129AF80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4476"/>
            <a:ext cx="8596668" cy="48813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/>
              <a:t>1)Lack of Data-Driven Placement Strategy:</a:t>
            </a:r>
          </a:p>
          <a:p>
            <a:pPr>
              <a:buNone/>
            </a:pPr>
            <a:r>
              <a:rPr lang="en-US" sz="2000" dirty="0"/>
              <a:t>      Helps colleges move from guesswork to data-based placement strategies</a:t>
            </a:r>
          </a:p>
          <a:p>
            <a:pPr>
              <a:buNone/>
            </a:pPr>
            <a:endParaRPr lang="en-US" sz="100" dirty="0"/>
          </a:p>
          <a:p>
            <a:r>
              <a:rPr lang="en-US" sz="2000" b="1" dirty="0"/>
              <a:t>2) Low Placement Percentage:</a:t>
            </a:r>
          </a:p>
          <a:p>
            <a:pPr marL="0" indent="0">
              <a:buNone/>
            </a:pPr>
            <a:r>
              <a:rPr lang="en-US" sz="2000" dirty="0"/>
              <a:t>      Identifies weak departments &amp; skill gaps to increase overall                                                                                                                                                                                         placement success.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b="1" dirty="0"/>
              <a:t>3)Skill Gap Identification:</a:t>
            </a:r>
          </a:p>
          <a:p>
            <a:pPr marL="0" indent="0">
              <a:buNone/>
            </a:pPr>
            <a:r>
              <a:rPr lang="en-US" sz="2000" dirty="0"/>
              <a:t>     Institutes cannot accurately identify technical &amp; soft skill gaps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b="1" dirty="0"/>
              <a:t>4) No Early Warning System:</a:t>
            </a:r>
          </a:p>
          <a:p>
            <a:pPr marL="0" indent="0">
              <a:buNone/>
            </a:pPr>
            <a:r>
              <a:rPr lang="en-US" sz="2000" dirty="0"/>
              <a:t>    Students with low CGPA or poor performance are not identified early (No PIP tracking).  </a:t>
            </a:r>
          </a:p>
        </p:txBody>
      </p:sp>
    </p:spTree>
    <p:extLst>
      <p:ext uri="{BB962C8B-B14F-4D97-AF65-F5344CB8AC3E}">
        <p14:creationId xmlns:p14="http://schemas.microsoft.com/office/powerpoint/2010/main" val="292995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0DF5-7AF9-638C-AFAA-9291C2853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34" y="148748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5) Unclear Company Hiring Trends:</a:t>
            </a:r>
            <a:endParaRPr lang="en-US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/>
              <a:t>      No analysis of which companies hire more, roles offered, or salary 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/>
              <a:t>       patterns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1" dirty="0"/>
              <a:t>6) Ineffective Training Evaluation:</a:t>
            </a:r>
            <a:endParaRPr lang="en-US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/>
              <a:t>      Difficulty in measuring whether training hours improve placement 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/>
              <a:t>       outcomes.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1" dirty="0"/>
              <a:t> 7)Limited Insight for Recruiters:</a:t>
            </a:r>
            <a:endParaRPr lang="en-US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/>
              <a:t>      Recruiters lack structured performance insights for better hiring        decisions</a:t>
            </a:r>
            <a:endParaRPr lang="en-US" sz="20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81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222E-C6D2-F6C9-99C3-92C83CF7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</a:t>
            </a:r>
            <a:r>
              <a:rPr lang="en-US" dirty="0" err="1"/>
              <a:t>Numpy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5494-F9AA-4674-1A55-59C8B3E9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312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/>
              <a:t>Numpy</a:t>
            </a:r>
            <a:r>
              <a:rPr lang="en-US" sz="2000" dirty="0"/>
              <a:t> is advance library which is used to perform fast calculation with arrays and </a:t>
            </a:r>
            <a:r>
              <a:rPr lang="en-US" sz="2000" dirty="0" err="1"/>
              <a:t>mathemathical</a:t>
            </a:r>
            <a:r>
              <a:rPr lang="en-US" sz="2000" dirty="0"/>
              <a:t> operations.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dirty="0" err="1"/>
              <a:t>Numpy</a:t>
            </a:r>
            <a:r>
              <a:rPr lang="en-US" sz="2000" dirty="0"/>
              <a:t> also plays important role for data manipulation.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dirty="0" err="1"/>
              <a:t>Numpy</a:t>
            </a:r>
            <a:r>
              <a:rPr lang="en-US" sz="2000" dirty="0"/>
              <a:t> use for best performance of applications.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67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669E-0A3C-0CD1-82FF-47C15D0A6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 err="1"/>
              <a:t>Numpy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30F29-ED32-3334-63B9-CCB0CF60B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To run </a:t>
            </a:r>
            <a:r>
              <a:rPr lang="en-US" sz="2000" dirty="0" err="1"/>
              <a:t>numpy</a:t>
            </a:r>
            <a:r>
              <a:rPr lang="en-US" sz="2000" dirty="0"/>
              <a:t> program we need following setup.</a:t>
            </a:r>
          </a:p>
          <a:p>
            <a:r>
              <a:rPr lang="en-US" sz="2000" dirty="0"/>
              <a:t>Python Installed required.</a:t>
            </a:r>
          </a:p>
          <a:p>
            <a:r>
              <a:rPr lang="en-US" sz="2000" dirty="0"/>
              <a:t>Install </a:t>
            </a:r>
            <a:r>
              <a:rPr lang="en-US" sz="2000" dirty="0" err="1"/>
              <a:t>Numpy</a:t>
            </a:r>
            <a:r>
              <a:rPr lang="en-US" sz="2000" dirty="0"/>
              <a:t>.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E8B421-2A65-1A96-D0EF-C9288A64A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77" y="2901286"/>
            <a:ext cx="8288593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D94E-7927-9097-7BD8-81761604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r>
              <a:rPr lang="en-US"/>
              <a:t>of pandas: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FC3E-BA96-64BB-FEAE-020CDE2C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3332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To work with  tabular form data(like excel sheet)</a:t>
            </a:r>
          </a:p>
          <a:p>
            <a:pPr marL="0" indent="0">
              <a:buNone/>
            </a:pPr>
            <a:r>
              <a:rPr lang="en-US" sz="2000" dirty="0"/>
              <a:t>    by using pandas we can read and write excel file.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sz="2000" dirty="0"/>
              <a:t>It is use for clearing data(remove missing </a:t>
            </a:r>
            <a:r>
              <a:rPr lang="en-US" sz="2000" dirty="0" err="1"/>
              <a:t>value,duplicate</a:t>
            </a:r>
            <a:r>
              <a:rPr lang="en-US" sz="2000" dirty="0"/>
              <a:t> value</a:t>
            </a:r>
          </a:p>
          <a:p>
            <a:endParaRPr lang="en-US" sz="100" dirty="0"/>
          </a:p>
          <a:p>
            <a:r>
              <a:rPr lang="en-US" sz="2000" dirty="0"/>
              <a:t>By using pandas we can easily analyze complex data.</a:t>
            </a:r>
          </a:p>
        </p:txBody>
      </p:sp>
    </p:spTree>
    <p:extLst>
      <p:ext uri="{BB962C8B-B14F-4D97-AF65-F5344CB8AC3E}">
        <p14:creationId xmlns:p14="http://schemas.microsoft.com/office/powerpoint/2010/main" val="263706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DA8C-5B25-F2D2-942E-83EB2D02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Given dataset: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3718-47F3-EC7C-9AB5-312F6392E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Pandas Installation:-</a:t>
            </a:r>
          </a:p>
          <a:p>
            <a:r>
              <a:rPr lang="en-US" sz="2000" dirty="0"/>
              <a:t>To install Pandas use following command:</a:t>
            </a:r>
          </a:p>
          <a:p>
            <a:r>
              <a:rPr lang="en-US" sz="2000" dirty="0" err="1"/>
              <a:t>cmd</a:t>
            </a:r>
            <a:r>
              <a:rPr lang="en-US" sz="2000" dirty="0"/>
              <a:t>&gt;pip install pandas</a:t>
            </a:r>
          </a:p>
          <a:p>
            <a:r>
              <a:rPr lang="en-US" sz="2000" dirty="0"/>
              <a:t>To work with Pandas and Excel File we need To fire following command:</a:t>
            </a:r>
          </a:p>
          <a:p>
            <a:r>
              <a:rPr lang="en-US" sz="2000" dirty="0" err="1"/>
              <a:t>cmd</a:t>
            </a:r>
            <a:r>
              <a:rPr lang="en-US" sz="2000" dirty="0"/>
              <a:t>&gt;pip install- -upgrade pandas </a:t>
            </a:r>
            <a:r>
              <a:rPr lang="en-US" sz="2000" dirty="0" err="1"/>
              <a:t>openpyxl</a:t>
            </a:r>
            <a:endParaRPr lang="en-IN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71B09-E538-DF79-5CF1-02D8D81D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8" y="3775587"/>
            <a:ext cx="7521677" cy="285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6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3371-8B0E-A0F7-E366-1DB99BC6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4800"/>
            <a:ext cx="8596668" cy="1320800"/>
          </a:xfrm>
        </p:spPr>
        <p:txBody>
          <a:bodyPr/>
          <a:lstStyle/>
          <a:p>
            <a:r>
              <a:rPr lang="en-US" dirty="0"/>
              <a:t>Accessing data from the given dataset: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A7ED21-948A-C800-F700-E0ACFE246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4" y="1231490"/>
            <a:ext cx="8960279" cy="43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4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A1EE-0645-421A-18FD-38070F03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the given dataset: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01D728-A7B8-44F6-D3D5-A160FAC52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71601"/>
            <a:ext cx="8445337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1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BE02-24A4-4AE7-8D42-A48F9EEA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display top 5 record: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7231AF-B260-007F-D073-655722A68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585453"/>
            <a:ext cx="8674234" cy="46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5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17DD-3DF1-7ED6-B7D5-2C056599C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top 5 record: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CF47962-BF3C-1049-7B63-6F2951D7C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29" y="1484671"/>
            <a:ext cx="8740878" cy="490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2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56BF-52AC-E1A1-E17B-820155EA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display last 5 record: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22E5BC-E571-E70D-F220-657EE7698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970" y="1397140"/>
            <a:ext cx="8723396" cy="48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6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FE56-38D1-2677-597A-3BBF0E9F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of the last 5 record: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15D71-EE1E-A0B8-FCC2-FDC49A9DA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138" y="1361768"/>
            <a:ext cx="8743060" cy="48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7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661F-1997-7271-80AF-93C27AA5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Duplicate value in given dataset: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998392-AAE5-FAE2-0359-E16C40EAA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47020"/>
            <a:ext cx="8888924" cy="45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79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F1B0-281F-04F1-549C-FD72A8FB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find duplicate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CE7C-E546-22D8-8498-41F0BEDFC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3161"/>
            <a:ext cx="8596668" cy="4468201"/>
          </a:xfrm>
        </p:spPr>
        <p:txBody>
          <a:bodyPr/>
          <a:lstStyle/>
          <a:p>
            <a:r>
              <a:rPr lang="en-US" b="1" dirty="0"/>
              <a:t>Duplicates method : </a:t>
            </a:r>
            <a:r>
              <a:rPr lang="en-US" dirty="0"/>
              <a:t>It will Selects all duplicate rows from the </a:t>
            </a:r>
            <a:r>
              <a:rPr lang="en-US" dirty="0" err="1"/>
              <a:t>DataFrame</a:t>
            </a:r>
            <a:r>
              <a:rPr lang="en-US" dirty="0"/>
              <a:t> res </a:t>
            </a:r>
            <a:r>
              <a:rPr lang="en-IN" dirty="0"/>
              <a:t>and stores them in duplicate</a:t>
            </a:r>
          </a:p>
          <a:p>
            <a:endParaRPr lang="en-IN" dirty="0"/>
          </a:p>
        </p:txBody>
      </p:sp>
      <p:pic>
        <p:nvPicPr>
          <p:cNvPr id="41" name="Content Placeholder 4">
            <a:extLst>
              <a:ext uri="{FF2B5EF4-FFF2-40B4-BE49-F238E27FC236}">
                <a16:creationId xmlns:a16="http://schemas.microsoft.com/office/drawing/2014/main" id="{3114CABB-90B7-4941-34B1-F1379F90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11" y="2471713"/>
            <a:ext cx="8596312" cy="302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3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0114-41F3-13E2-F8CE-73F4768A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duplicate value: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F9ABD-F83C-54BF-141E-DFC67ACF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064" y="1930400"/>
            <a:ext cx="9274175" cy="165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0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5A79-E782-8037-268B-238870E7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Missing value in given dataset: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B898FC8-1AF4-98B3-5FF3-BA82C828C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56851"/>
            <a:ext cx="9026576" cy="465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9085-45FC-E9C2-7086-C5B6993E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How to find missing value in given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6F82-53DA-A77E-5608-CA8E29B45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508" y="1488613"/>
            <a:ext cx="8596668" cy="3880773"/>
          </a:xfrm>
        </p:spPr>
        <p:txBody>
          <a:bodyPr/>
          <a:lstStyle/>
          <a:p>
            <a:r>
              <a:rPr lang="en-US" b="1" dirty="0"/>
              <a:t>Missing </a:t>
            </a:r>
            <a:r>
              <a:rPr lang="en-US" b="1" dirty="0" err="1"/>
              <a:t>Value:</a:t>
            </a:r>
            <a:r>
              <a:rPr lang="en-US" dirty="0" err="1"/>
              <a:t>Returns</a:t>
            </a:r>
            <a:r>
              <a:rPr lang="en-US" dirty="0"/>
              <a:t> the number of missing (</a:t>
            </a:r>
            <a:r>
              <a:rPr lang="en-US" dirty="0" err="1"/>
              <a:t>NaN</a:t>
            </a:r>
            <a:r>
              <a:rPr lang="en-US" dirty="0"/>
              <a:t>) values in each column of the </a:t>
            </a:r>
            <a:r>
              <a:rPr lang="en-US" dirty="0" err="1"/>
              <a:t>DataFrame</a:t>
            </a:r>
            <a:r>
              <a:rPr lang="en-US" dirty="0"/>
              <a:t> res.</a:t>
            </a:r>
          </a:p>
          <a:p>
            <a:endParaRPr lang="en-IN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2D7B3CB-BEEC-1ABA-6B83-D238B247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38" y="2192594"/>
            <a:ext cx="8100007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45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4F7F-8FE2-A1FA-A7E8-3903BEED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Missing value: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C20C4-C8C2-5CE0-EF5F-4302B06D6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071" y="1536291"/>
            <a:ext cx="4778477" cy="473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59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926D-D682-46AE-B410-4B04E965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Inconsistent Format(Text case):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ECD3D-D083-CB3B-F63A-E3AE1A676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15845"/>
            <a:ext cx="8872144" cy="466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41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5D2B-96BC-7757-5B47-383A821C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to find inconsistent format(text case):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4D5CB5-6C2D-CB5C-D5E0-6A02ED9D5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3063" y="2336800"/>
            <a:ext cx="8596312" cy="367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57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5059-BA7E-F03D-8F65-BA2F1C63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to find inconsistent format(text case):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BA2C-16AF-B4D3-05A5-0E6B84EB5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8027"/>
            <a:ext cx="8596668" cy="4753336"/>
          </a:xfrm>
        </p:spPr>
        <p:txBody>
          <a:bodyPr/>
          <a:lstStyle/>
          <a:p>
            <a:r>
              <a:rPr lang="en-US" b="1" dirty="0"/>
              <a:t>Data </a:t>
            </a:r>
            <a:r>
              <a:rPr lang="en-US" b="1" dirty="0" err="1"/>
              <a:t>Cleaning:</a:t>
            </a:r>
            <a:r>
              <a:rPr lang="en-US" dirty="0" err="1"/>
              <a:t>This</a:t>
            </a:r>
            <a:r>
              <a:rPr lang="en-US" dirty="0"/>
              <a:t> code cleans the dataset by removing extra spaces and converting all text columns (like Name, Gender, Department, Company, Role, </a:t>
            </a:r>
            <a:r>
              <a:rPr lang="en-US" dirty="0" err="1"/>
              <a:t>PIP_Status</a:t>
            </a:r>
            <a:r>
              <a:rPr lang="en-US" dirty="0"/>
              <a:t>) into a consistent format such as Proper Case or UPPERCASE.</a:t>
            </a:r>
          </a:p>
          <a:p>
            <a:endParaRPr lang="en-IN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03C2BB14-EC28-806D-9F18-1BCC9CD1F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90" y="2367376"/>
            <a:ext cx="8596312" cy="367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7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051C-E345-9921-06AC-7A55E1C8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inconsistent format data: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6661D4-08C3-1E81-EF3F-2454B2386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09" y="2290916"/>
            <a:ext cx="9497962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93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B29A-EE24-E3E3-EF91-34881F2D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Average scores of </a:t>
            </a:r>
            <a:r>
              <a:rPr lang="en-IN" dirty="0" err="1"/>
              <a:t>CGPA,Technical_Skill,Soft</a:t>
            </a:r>
            <a:r>
              <a:rPr lang="en-IN" dirty="0"/>
              <a:t>_ </a:t>
            </a:r>
            <a:r>
              <a:rPr lang="en-IN" dirty="0" err="1"/>
              <a:t>Skill,Traning_Hour,Salary</a:t>
            </a:r>
            <a:r>
              <a:rPr lang="en-IN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F78D-C984-6655-AFF9-F88545DD3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</a:t>
            </a:r>
            <a:r>
              <a:rPr lang="en-US" b="1" dirty="0" err="1"/>
              <a:t>Mean:</a:t>
            </a:r>
            <a:r>
              <a:rPr lang="en-US" dirty="0" err="1"/>
              <a:t>Mean</a:t>
            </a:r>
            <a:r>
              <a:rPr lang="en-US" dirty="0"/>
              <a:t> is the average value calculated by adding all values and dividing by total number of students.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2B08C-396D-6F15-E3F6-D9124B06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80" y="2819350"/>
            <a:ext cx="8322376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60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AA6C-1B51-9B23-2148-32CBFD93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of Average Score: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67AC0-9B90-F992-E7EF-C073ADBE8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007" y="2084440"/>
            <a:ext cx="6548283" cy="299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12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8CDC-BE28-B1DE-C8EC-FF9C9F5C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IN" dirty="0"/>
              <a:t>Visualization: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18EB-B013-A7A4-F023-78D158A0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698472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b="1" dirty="0"/>
              <a:t>Data Visualization</a:t>
            </a:r>
            <a:r>
              <a:rPr lang="en-IN" sz="2400" dirty="0"/>
              <a:t>:</a:t>
            </a:r>
            <a:r>
              <a:rPr lang="en-US" sz="2400" dirty="0"/>
              <a:t>Visualization means showing data in the form of charts or graphs instead of numbers.</a:t>
            </a:r>
          </a:p>
          <a:p>
            <a:r>
              <a:rPr lang="en-IN" sz="2400" b="1" dirty="0"/>
              <a:t>Bar Chart</a:t>
            </a:r>
            <a:r>
              <a:rPr lang="en-IN" sz="2400" dirty="0"/>
              <a:t>:</a:t>
            </a:r>
            <a:r>
              <a:rPr lang="en-US" sz="2400" dirty="0"/>
              <a:t>A Bar Chart uses rectangular bars to compare different categories.</a:t>
            </a:r>
          </a:p>
          <a:p>
            <a:r>
              <a:rPr lang="en-US" sz="2400" b="1" dirty="0"/>
              <a:t>Line </a:t>
            </a:r>
            <a:r>
              <a:rPr lang="en-US" sz="2400" b="1" dirty="0" err="1"/>
              <a:t>Chart:</a:t>
            </a:r>
            <a:r>
              <a:rPr lang="en-US" sz="2400" dirty="0" err="1"/>
              <a:t>A</a:t>
            </a:r>
            <a:r>
              <a:rPr lang="en-US" sz="2400" dirty="0"/>
              <a:t> Line Chart shows data using points connected by lines.</a:t>
            </a:r>
          </a:p>
          <a:p>
            <a:r>
              <a:rPr lang="en-US" sz="2400" b="1" dirty="0"/>
              <a:t>Pie </a:t>
            </a:r>
            <a:r>
              <a:rPr lang="en-US" sz="2400" b="1" dirty="0" err="1"/>
              <a:t>Chart:</a:t>
            </a:r>
            <a:r>
              <a:rPr lang="en-US" sz="2400" dirty="0" err="1"/>
              <a:t>A</a:t>
            </a:r>
            <a:r>
              <a:rPr lang="en-US" sz="2400" dirty="0"/>
              <a:t> Pie Chart is a circle divided into slices.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75238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ABE9-2609-BA78-3535-DC0E39C3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3C43-8F73-43B5-3FF1-4A75CD28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IN" b="1" dirty="0"/>
              <a:t>Bar Chart (Department-wise Placement):</a:t>
            </a:r>
            <a:r>
              <a:rPr lang="en-US" dirty="0"/>
              <a:t>Shows which department has more placements.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AF9AD-CD70-D6DF-6EE6-0F944B60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2271459"/>
            <a:ext cx="7964129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81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4507-473B-DD73-C686-5CDAE3B6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bar chart: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2CF57-62D0-08D0-889F-DBBFFAEC3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32" y="1270000"/>
            <a:ext cx="9104671" cy="48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77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6D22-9B07-DE84-F722-6E808EF0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24DE1-F1C0-D6BD-D67B-4AE6BE899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b="1" dirty="0"/>
              <a:t>Pie Chart (Company-wise Distribution):</a:t>
            </a:r>
            <a:r>
              <a:rPr lang="en-US" dirty="0"/>
              <a:t>Shows which company hired more students.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4AD5C-154F-8F50-A63C-EDAB1FBB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23" y="2231923"/>
            <a:ext cx="7708489" cy="34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72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D4C3-A3A4-429A-90EE-6647DBE0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Pie Chart: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48174-DF05-1065-A8A1-2D18F7E94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911" y="1270000"/>
            <a:ext cx="7846141" cy="51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13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4309-8826-6C35-4760-4677BF6E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367" y="2851355"/>
            <a:ext cx="4906297" cy="1320800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28150835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368</TotalTime>
  <Words>899</Words>
  <Application>Microsoft Office PowerPoint</Application>
  <PresentationFormat>Widescreen</PresentationFormat>
  <Paragraphs>118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Trebuchet MS</vt:lpstr>
      <vt:lpstr>Wingdings 3</vt:lpstr>
      <vt:lpstr>Facet</vt:lpstr>
      <vt:lpstr>Campus Placement Analyzer </vt:lpstr>
      <vt:lpstr>INTRODUCTION:</vt:lpstr>
      <vt:lpstr>OBJECTIVE:</vt:lpstr>
      <vt:lpstr>PowerPoint Presentation</vt:lpstr>
      <vt:lpstr>What Problem Are We Solving ?</vt:lpstr>
      <vt:lpstr>PowerPoint Presentation</vt:lpstr>
      <vt:lpstr>Introduction of Numpy:</vt:lpstr>
      <vt:lpstr>Installation of Numpy:</vt:lpstr>
      <vt:lpstr>Introduction of pandas:</vt:lpstr>
      <vt:lpstr>Given dataset:  </vt:lpstr>
      <vt:lpstr>Accessing data from the given dataset:</vt:lpstr>
      <vt:lpstr>Output of the given dataset:</vt:lpstr>
      <vt:lpstr>How to display top 5 record:</vt:lpstr>
      <vt:lpstr>Output of top 5 record:</vt:lpstr>
      <vt:lpstr>How to display last 5 record:</vt:lpstr>
      <vt:lpstr>Output of the last 5 record:</vt:lpstr>
      <vt:lpstr>Duplicate value in given dataset:</vt:lpstr>
      <vt:lpstr>How to find duplicate value:</vt:lpstr>
      <vt:lpstr>Output of duplicate value:</vt:lpstr>
      <vt:lpstr>Missing value in given dataset:</vt:lpstr>
      <vt:lpstr>How to find missing value in given dataset:</vt:lpstr>
      <vt:lpstr>Output of Missing value:</vt:lpstr>
      <vt:lpstr>Handle Inconsistent Format(Text case):</vt:lpstr>
      <vt:lpstr>How to find inconsistent format(text case):</vt:lpstr>
      <vt:lpstr>How to find inconsistent format(text case):</vt:lpstr>
      <vt:lpstr>Output of inconsistent format data:</vt:lpstr>
      <vt:lpstr>Average scores of CGPA,Technical_Skill,Soft_ Skill,Traning_Hour,Salary :</vt:lpstr>
      <vt:lpstr>Output of Average Score: </vt:lpstr>
      <vt:lpstr>Data Visualization:</vt:lpstr>
      <vt:lpstr>Bar Chart:</vt:lpstr>
      <vt:lpstr>Output of bar chart: </vt:lpstr>
      <vt:lpstr>Pie Chart:</vt:lpstr>
      <vt:lpstr>Output of Pie Chart: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Jayprakash Kolhal</dc:creator>
  <cp:lastModifiedBy>Jayprakash Kolhal</cp:lastModifiedBy>
  <cp:revision>223</cp:revision>
  <dcterms:created xsi:type="dcterms:W3CDTF">2026-02-11T06:07:44Z</dcterms:created>
  <dcterms:modified xsi:type="dcterms:W3CDTF">2026-03-04T05:07:52Z</dcterms:modified>
</cp:coreProperties>
</file>